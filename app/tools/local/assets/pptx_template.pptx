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DC1F99F-4CE5-48F6-BA32-8D5F7FA4763F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4A8CD-01DD-452F-9317-1C36B1B7198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4F0ED-D48B-4F49-B60B-8F1C38245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0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68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64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57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08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44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078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28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576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75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26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93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30000"/>
            <a:ext cx="10515600" cy="7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50000"/>
            <a:ext cx="10515600" cy="412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F27B7-88F9-46D1-BEE6-9FA5777BE81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924BC-7143-4F53-A3D1-42325B1ECF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03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467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88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794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IC ASIA PPT_1.potx" id="{E35169E0-8ABF-4D34-9C7E-79357029F01F}" vid="{5E60C66C-6B21-4D4F-AA52-F4B79A0C1E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.No xmlns="612bc815-0083-4fa0-9a3c-23d344b39177">1</S.No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611546A5B1FA4A83ADCD5FE39D7CDB" ma:contentTypeVersion="5" ma:contentTypeDescription="Create a new document." ma:contentTypeScope="" ma:versionID="b062abaddea4c43862a1fc2002cee715">
  <xsd:schema xmlns:xsd="http://www.w3.org/2001/XMLSchema" xmlns:xs="http://www.w3.org/2001/XMLSchema" xmlns:p="http://schemas.microsoft.com/office/2006/metadata/properties" xmlns:ns2="612bc815-0083-4fa0-9a3c-23d344b39177" targetNamespace="http://schemas.microsoft.com/office/2006/metadata/properties" ma:root="true" ma:fieldsID="5a4f684109d2c9cdcdc53d9a8f4969b6" ns2:_="">
    <xsd:import namespace="612bc815-0083-4fa0-9a3c-23d344b39177"/>
    <xsd:element name="properties">
      <xsd:complexType>
        <xsd:sequence>
          <xsd:element name="documentManagement">
            <xsd:complexType>
              <xsd:all>
                <xsd:element ref="ns2:S.N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bc815-0083-4fa0-9a3c-23d344b39177" elementFormDefault="qualified">
    <xsd:import namespace="http://schemas.microsoft.com/office/2006/documentManagement/types"/>
    <xsd:import namespace="http://schemas.microsoft.com/office/infopath/2007/PartnerControls"/>
    <xsd:element name="S.No" ma:index="8" nillable="true" ma:displayName="S.No" ma:internalName="S_x002e_No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7EEBFD-A515-4F23-9081-95F087CBF6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057F85-2709-40AD-85B5-34BD3D1E6362}">
  <ds:schemaRefs>
    <ds:schemaRef ds:uri="http://schemas.microsoft.com/office/2006/metadata/properties"/>
    <ds:schemaRef ds:uri="http://schemas.microsoft.com/office/infopath/2007/PartnerControls"/>
    <ds:schemaRef ds:uri="612bc815-0083-4fa0-9a3c-23d344b39177"/>
  </ds:schemaRefs>
</ds:datastoreItem>
</file>

<file path=customXml/itemProps3.xml><?xml version="1.0" encoding="utf-8"?>
<ds:datastoreItem xmlns:ds="http://schemas.openxmlformats.org/officeDocument/2006/customXml" ds:itemID="{DF7FEE3E-9632-4051-91CC-4C7D6DA59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2bc815-0083-4fa0-9a3c-23d344b391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Master Slide and Content Slide</dc:title>
  <dc:creator>Dipendra Maharjan5000</dc:creator>
  <cp:lastModifiedBy>Ramhari Ghimire</cp:lastModifiedBy>
  <cp:revision>22</cp:revision>
  <dcterms:created xsi:type="dcterms:W3CDTF">2025-11-18T09:06:29Z</dcterms:created>
  <dcterms:modified xsi:type="dcterms:W3CDTF">2026-07-28T09:37:30Z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0x0101002C611546A5B1FA4A83ADCD5FE39D7CDB</vt:lpwstr>
  </property>
</Properties>
</file>